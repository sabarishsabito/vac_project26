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Weekly Planner and Task Prioritiser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CAPSTONE 33 | Can AI turn a messy task list into a realistic weekly plan?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25 tasks with deadlines and effort estimates</a:t>
            </a:r>
          </a:p>
          <a:p>
            <a:pPr>
              <a:defRPr sz="1800"/>
            </a:pPr>
            <a:r>
              <a:t>• Prioritise with Eisenhower + time-blocking</a:t>
            </a:r>
          </a:p>
          <a:p>
            <a:pPr>
              <a:defRPr sz="1800"/>
            </a:pPr>
            <a:r>
              <a:t>• Compare three AI tools</a:t>
            </a:r>
          </a:p>
          <a:p>
            <a:pPr>
              <a:defRPr sz="1800"/>
            </a:pPr>
            <a:r>
              <a:t>• Test feasibility and track one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Same input and prompt for ChatGPT, Gemini and Claude</a:t>
            </a:r>
          </a:p>
          <a:p>
            <a:pPr>
              <a:defRPr sz="1800"/>
            </a:pPr>
            <a:r>
              <a:t>• Spreadsheet for task data and tracking</a:t>
            </a:r>
          </a:p>
          <a:p>
            <a:pPr>
              <a:defRPr sz="1800"/>
            </a:pPr>
            <a:r>
              <a:t>• Google Calendar or Todoist for execution</a:t>
            </a:r>
          </a:p>
          <a:p>
            <a:pPr>
              <a:defRPr sz="1800"/>
            </a:pPr>
            <a:r>
              <a:t>• Human verification before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task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25 task IDs</a:t>
            </a:r>
          </a:p>
          <a:p>
            <a:pPr>
              <a:defRPr sz="1800"/>
            </a:pPr>
            <a:r>
              <a:t>• Estimated effort total in sample: 38.5 hours</a:t>
            </a:r>
          </a:p>
          <a:p>
            <a:pPr>
              <a:defRPr sz="1800"/>
            </a:pPr>
            <a:r>
              <a:t>• Sample data only—replace with actual workload</a:t>
            </a:r>
          </a:p>
          <a:p>
            <a:pPr>
              <a:defRPr sz="1800"/>
            </a:pPr>
            <a:r>
              <a:t>• Compare workload against actual available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Three-tool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[Insert actual outputs and completed scorecard]</a:t>
            </a:r>
          </a:p>
          <a:p>
            <a:pPr>
              <a:defRPr sz="1800"/>
            </a:pPr>
            <a:r>
              <a:t>Compare deadlines, feasibility, priority, coverage, breaks and clarity.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[Insert real audit findings]</a:t>
            </a:r>
          </a:p>
          <a:p>
            <a:pPr>
              <a:defRPr sz="1800"/>
            </a:pPr>
            <a:r>
              <a:t>Show one concrete issue, evidence, severity and correction. Do not invent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plan and 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[Insert final verified schedule and calendar screenshot]</a:t>
            </a:r>
          </a:p>
          <a:p>
            <a:pPr>
              <a:defRPr sz="1800"/>
            </a:pPr>
            <a:r>
              <a:t>Show how unscheduled work was handled.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One-week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[Insert actual completion log]</a:t>
            </a:r>
          </a:p>
          <a:p>
            <a:pPr>
              <a:defRPr sz="1800"/>
            </a:pPr>
            <a:r>
              <a:t>Completion rate = completed / planned × 100</a:t>
            </a:r>
          </a:p>
          <a:p>
            <a:pPr>
              <a:defRPr sz="1800"/>
            </a:pPr>
            <a:r>
              <a:t>On-time rate = on-time completed / tasks due ×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[Insert real baseline and AI-assisted metrics]</a:t>
            </a:r>
          </a:p>
          <a:p>
            <a:pPr>
              <a:defRPr sz="1800"/>
            </a:pPr>
            <a:r>
              <a:t>State whether weeks were comparable and list limitations.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AI is a planning aid, not an authority</a:t>
            </a:r>
          </a:p>
          <a:p>
            <a:pPr>
              <a:defRPr sz="1800"/>
            </a:pPr>
            <a:r>
              <a:t>• Keep private data out of prompts</a:t>
            </a:r>
          </a:p>
          <a:p>
            <a:pPr>
              <a:defRPr sz="1800"/>
            </a:pPr>
            <a:r>
              <a:t>• Verify deadlines, capacity and calendar actions</a:t>
            </a:r>
          </a:p>
          <a:p>
            <a:pPr>
              <a:defRPr sz="1800"/>
            </a:pPr>
            <a:r>
              <a:t>• Report actual results and limitations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